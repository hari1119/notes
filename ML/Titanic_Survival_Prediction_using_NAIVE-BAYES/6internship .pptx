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7"/>
  </p:notesMasterIdLst>
  <p:sldIdLst>
    <p:sldId id="256" r:id="rId2"/>
    <p:sldId id="261" r:id="rId3"/>
    <p:sldId id="268" r:id="rId4"/>
    <p:sldId id="319" r:id="rId5"/>
    <p:sldId id="290" r:id="rId6"/>
  </p:sldIdLst>
  <p:sldSz cx="9144000" cy="5143500" type="screen16x9"/>
  <p:notesSz cx="6858000" cy="9144000"/>
  <p:embeddedFontLst>
    <p:embeddedFont>
      <p:font typeface="Lilita One" panose="020B0604020202020204" charset="0"/>
      <p:regular r:id="rId8"/>
    </p:embeddedFont>
    <p:embeddedFont>
      <p:font typeface="Quicksand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F2B"/>
    <a:srgbClr val="E0F9FE"/>
    <a:srgbClr val="00A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BF0C63-6048-4CB5-A3FD-4B6850BED489}">
  <a:tblStyle styleId="{84BF0C63-6048-4CB5-A3FD-4B6850BED4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5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111a3bac49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111a3bac49d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111a3bac49d_0_1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111a3bac49d_0_1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111a3bac49d_0_19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111a3bac49d_0_19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111a3bac49d_0_1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111a3bac49d_0_1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0240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Google Shape;3253;g111a3bac49d_0_427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4" name="Google Shape;3254;g111a3bac49d_0_427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14" name="Google Shape;14;p2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715288" y="765175"/>
            <a:ext cx="3965700" cy="1588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720000" y="3972950"/>
            <a:ext cx="3965700" cy="23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ctrTitle" idx="2"/>
          </p:nvPr>
        </p:nvSpPr>
        <p:spPr>
          <a:xfrm>
            <a:off x="640650" y="2419330"/>
            <a:ext cx="4115100" cy="1419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13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936204" y="393499"/>
            <a:ext cx="909246" cy="403098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>
            <a:spLocks noGrp="1"/>
          </p:cNvSpPr>
          <p:nvPr>
            <p:ph type="title"/>
          </p:nvPr>
        </p:nvSpPr>
        <p:spPr>
          <a:xfrm>
            <a:off x="4001400" y="2770847"/>
            <a:ext cx="4029600" cy="595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3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55" name="Google Shape;55;p3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3"/>
          <p:cNvSpPr txBox="1">
            <a:spLocks noGrp="1"/>
          </p:cNvSpPr>
          <p:nvPr>
            <p:ph type="title" idx="2" hasCustomPrompt="1"/>
          </p:nvPr>
        </p:nvSpPr>
        <p:spPr>
          <a:xfrm>
            <a:off x="4001400" y="1192009"/>
            <a:ext cx="3750900" cy="1510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3"/>
          <p:cNvSpPr txBox="1">
            <a:spLocks noGrp="1"/>
          </p:cNvSpPr>
          <p:nvPr>
            <p:ph type="subTitle" idx="1"/>
          </p:nvPr>
        </p:nvSpPr>
        <p:spPr>
          <a:xfrm>
            <a:off x="4001400" y="3659591"/>
            <a:ext cx="4575000" cy="291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3"/>
          <p:cNvGrpSpPr/>
          <p:nvPr/>
        </p:nvGrpSpPr>
        <p:grpSpPr>
          <a:xfrm flipH="1">
            <a:off x="1091249" y="2017924"/>
            <a:ext cx="1186025" cy="1883599"/>
            <a:chOff x="6102024" y="669074"/>
            <a:chExt cx="1186025" cy="1883599"/>
          </a:xfrm>
        </p:grpSpPr>
        <p:sp>
          <p:nvSpPr>
            <p:cNvPr id="67" name="Google Shape;67;p3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" name="Google Shape;97;p3"/>
          <p:cNvSpPr/>
          <p:nvPr/>
        </p:nvSpPr>
        <p:spPr>
          <a:xfrm>
            <a:off x="5432667" y="303051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752297" y="458176"/>
            <a:ext cx="736456" cy="297876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719992" y="756051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BODY_2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"/>
          <p:cNvSpPr/>
          <p:nvPr/>
        </p:nvSpPr>
        <p:spPr>
          <a:xfrm>
            <a:off x="434873" y="-47815"/>
            <a:ext cx="7837050" cy="5239133"/>
          </a:xfrm>
          <a:custGeom>
            <a:avLst/>
            <a:gdLst/>
            <a:ahLst/>
            <a:cxnLst/>
            <a:rect l="l" t="t" r="r" b="b"/>
            <a:pathLst>
              <a:path w="25446" h="17011" extrusionOk="0">
                <a:moveTo>
                  <a:pt x="7509" y="0"/>
                </a:moveTo>
                <a:cubicBezTo>
                  <a:pt x="7388" y="0"/>
                  <a:pt x="7267" y="4"/>
                  <a:pt x="7146" y="12"/>
                </a:cubicBezTo>
                <a:cubicBezTo>
                  <a:pt x="4958" y="146"/>
                  <a:pt x="2915" y="1463"/>
                  <a:pt x="1687" y="3283"/>
                </a:cubicBezTo>
                <a:cubicBezTo>
                  <a:pt x="459" y="5103"/>
                  <a:pt x="1" y="7380"/>
                  <a:pt x="157" y="9569"/>
                </a:cubicBezTo>
                <a:cubicBezTo>
                  <a:pt x="269" y="10976"/>
                  <a:pt x="705" y="12483"/>
                  <a:pt x="1854" y="13287"/>
                </a:cubicBezTo>
                <a:cubicBezTo>
                  <a:pt x="2503" y="13738"/>
                  <a:pt x="3274" y="13900"/>
                  <a:pt x="4068" y="13900"/>
                </a:cubicBezTo>
                <a:cubicBezTo>
                  <a:pt x="4668" y="13900"/>
                  <a:pt x="5281" y="13807"/>
                  <a:pt x="5863" y="13677"/>
                </a:cubicBezTo>
                <a:cubicBezTo>
                  <a:pt x="7065" y="13409"/>
                  <a:pt x="8258" y="12999"/>
                  <a:pt x="9483" y="12999"/>
                </a:cubicBezTo>
                <a:cubicBezTo>
                  <a:pt x="9634" y="12999"/>
                  <a:pt x="9785" y="13006"/>
                  <a:pt x="9938" y="13019"/>
                </a:cubicBezTo>
                <a:cubicBezTo>
                  <a:pt x="13120" y="13287"/>
                  <a:pt x="15375" y="16625"/>
                  <a:pt x="18557" y="16982"/>
                </a:cubicBezTo>
                <a:cubicBezTo>
                  <a:pt x="18731" y="17001"/>
                  <a:pt x="18906" y="17011"/>
                  <a:pt x="19080" y="17011"/>
                </a:cubicBezTo>
                <a:cubicBezTo>
                  <a:pt x="20924" y="17011"/>
                  <a:pt x="22724" y="15958"/>
                  <a:pt x="23816" y="14448"/>
                </a:cubicBezTo>
                <a:cubicBezTo>
                  <a:pt x="25010" y="12807"/>
                  <a:pt x="25446" y="10697"/>
                  <a:pt x="25379" y="8665"/>
                </a:cubicBezTo>
                <a:cubicBezTo>
                  <a:pt x="25323" y="7057"/>
                  <a:pt x="24965" y="5438"/>
                  <a:pt x="24084" y="4098"/>
                </a:cubicBezTo>
                <a:cubicBezTo>
                  <a:pt x="23201" y="2758"/>
                  <a:pt x="21750" y="1731"/>
                  <a:pt x="20154" y="1619"/>
                </a:cubicBezTo>
                <a:cubicBezTo>
                  <a:pt x="20039" y="1611"/>
                  <a:pt x="19924" y="1607"/>
                  <a:pt x="19810" y="1607"/>
                </a:cubicBezTo>
                <a:cubicBezTo>
                  <a:pt x="18569" y="1607"/>
                  <a:pt x="17359" y="2069"/>
                  <a:pt x="16112" y="2212"/>
                </a:cubicBezTo>
                <a:cubicBezTo>
                  <a:pt x="15827" y="2246"/>
                  <a:pt x="15538" y="2263"/>
                  <a:pt x="15248" y="2263"/>
                </a:cubicBezTo>
                <a:cubicBezTo>
                  <a:pt x="14505" y="2263"/>
                  <a:pt x="13753" y="2152"/>
                  <a:pt x="13031" y="1944"/>
                </a:cubicBezTo>
                <a:cubicBezTo>
                  <a:pt x="12528" y="1798"/>
                  <a:pt x="12036" y="1609"/>
                  <a:pt x="11557" y="1396"/>
                </a:cubicBezTo>
                <a:cubicBezTo>
                  <a:pt x="11088" y="1173"/>
                  <a:pt x="10664" y="883"/>
                  <a:pt x="10205" y="671"/>
                </a:cubicBezTo>
                <a:cubicBezTo>
                  <a:pt x="10195" y="671"/>
                  <a:pt x="10195" y="659"/>
                  <a:pt x="10183" y="659"/>
                </a:cubicBezTo>
                <a:cubicBezTo>
                  <a:pt x="9893" y="503"/>
                  <a:pt x="9580" y="358"/>
                  <a:pt x="9257" y="257"/>
                </a:cubicBezTo>
                <a:cubicBezTo>
                  <a:pt x="8691" y="90"/>
                  <a:pt x="8102" y="0"/>
                  <a:pt x="7509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4"/>
          <p:cNvSpPr txBox="1">
            <a:spLocks noGrp="1"/>
          </p:cNvSpPr>
          <p:nvPr>
            <p:ph type="subTitle" idx="1"/>
          </p:nvPr>
        </p:nvSpPr>
        <p:spPr>
          <a:xfrm>
            <a:off x="1625225" y="1447148"/>
            <a:ext cx="5666400" cy="192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7" name="Google Shape;347;p14"/>
          <p:cNvSpPr txBox="1">
            <a:spLocks noGrp="1"/>
          </p:cNvSpPr>
          <p:nvPr>
            <p:ph type="subTitle" idx="2"/>
          </p:nvPr>
        </p:nvSpPr>
        <p:spPr>
          <a:xfrm>
            <a:off x="2945425" y="3525175"/>
            <a:ext cx="3036900" cy="297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solidFill>
                  <a:schemeClr val="l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6299917" y="166676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7770097" y="540001"/>
            <a:ext cx="736456" cy="297876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540854" y="710505"/>
            <a:ext cx="736397" cy="297863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1587317" y="166676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"/>
          <p:cNvSpPr txBox="1">
            <a:spLocks noGrp="1"/>
          </p:cNvSpPr>
          <p:nvPr>
            <p:ph type="title"/>
          </p:nvPr>
        </p:nvSpPr>
        <p:spPr>
          <a:xfrm>
            <a:off x="923500" y="2450443"/>
            <a:ext cx="3343800" cy="9963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15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359" name="Google Shape;359;p15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8" name="Google Shape;368;p15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804843"/>
            <a:ext cx="3750900" cy="1499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9" name="Google Shape;369;p15"/>
          <p:cNvSpPr txBox="1">
            <a:spLocks noGrp="1"/>
          </p:cNvSpPr>
          <p:nvPr>
            <p:ph type="subTitle" idx="1"/>
          </p:nvPr>
        </p:nvSpPr>
        <p:spPr>
          <a:xfrm>
            <a:off x="1356250" y="3880557"/>
            <a:ext cx="2540100" cy="458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370" name="Google Shape;370;p15"/>
          <p:cNvGrpSpPr/>
          <p:nvPr/>
        </p:nvGrpSpPr>
        <p:grpSpPr>
          <a:xfrm flipH="1">
            <a:off x="1091249" y="2017924"/>
            <a:ext cx="1186025" cy="1883599"/>
            <a:chOff x="6102024" y="669074"/>
            <a:chExt cx="1186025" cy="1883599"/>
          </a:xfrm>
        </p:grpSpPr>
        <p:sp>
          <p:nvSpPr>
            <p:cNvPr id="371" name="Google Shape;371;p15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7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7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27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7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8" name="Google Shape;778;p27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779" name="Google Shape;779;p27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8" name="Google Shape;788;p27"/>
          <p:cNvSpPr txBox="1">
            <a:spLocks noGrp="1"/>
          </p:cNvSpPr>
          <p:nvPr>
            <p:ph type="ctrTitle"/>
          </p:nvPr>
        </p:nvSpPr>
        <p:spPr>
          <a:xfrm>
            <a:off x="715300" y="768600"/>
            <a:ext cx="3965700" cy="1126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89" name="Google Shape;789;p27"/>
          <p:cNvSpPr txBox="1">
            <a:spLocks noGrp="1"/>
          </p:cNvSpPr>
          <p:nvPr>
            <p:ph type="subTitle" idx="1"/>
          </p:nvPr>
        </p:nvSpPr>
        <p:spPr>
          <a:xfrm>
            <a:off x="720000" y="2420740"/>
            <a:ext cx="3965700" cy="77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91" name="Google Shape;791;p27"/>
          <p:cNvSpPr txBox="1">
            <a:spLocks noGrp="1"/>
          </p:cNvSpPr>
          <p:nvPr>
            <p:ph type="subTitle" idx="2"/>
          </p:nvPr>
        </p:nvSpPr>
        <p:spPr>
          <a:xfrm>
            <a:off x="720000" y="1941450"/>
            <a:ext cx="3965700" cy="35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solidFill>
                  <a:schemeClr val="l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8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28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28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28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819" name="Google Shape;819;p28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"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9"/>
          <p:cNvSpPr/>
          <p:nvPr/>
        </p:nvSpPr>
        <p:spPr>
          <a:xfrm>
            <a:off x="434873" y="-47815"/>
            <a:ext cx="7837050" cy="5239133"/>
          </a:xfrm>
          <a:custGeom>
            <a:avLst/>
            <a:gdLst/>
            <a:ahLst/>
            <a:cxnLst/>
            <a:rect l="l" t="t" r="r" b="b"/>
            <a:pathLst>
              <a:path w="25446" h="17011" extrusionOk="0">
                <a:moveTo>
                  <a:pt x="7509" y="0"/>
                </a:moveTo>
                <a:cubicBezTo>
                  <a:pt x="7388" y="0"/>
                  <a:pt x="7267" y="4"/>
                  <a:pt x="7146" y="12"/>
                </a:cubicBezTo>
                <a:cubicBezTo>
                  <a:pt x="4958" y="146"/>
                  <a:pt x="2915" y="1463"/>
                  <a:pt x="1687" y="3283"/>
                </a:cubicBezTo>
                <a:cubicBezTo>
                  <a:pt x="459" y="5103"/>
                  <a:pt x="1" y="7380"/>
                  <a:pt x="157" y="9569"/>
                </a:cubicBezTo>
                <a:cubicBezTo>
                  <a:pt x="269" y="10976"/>
                  <a:pt x="705" y="12483"/>
                  <a:pt x="1854" y="13287"/>
                </a:cubicBezTo>
                <a:cubicBezTo>
                  <a:pt x="2503" y="13738"/>
                  <a:pt x="3274" y="13900"/>
                  <a:pt x="4068" y="13900"/>
                </a:cubicBezTo>
                <a:cubicBezTo>
                  <a:pt x="4668" y="13900"/>
                  <a:pt x="5281" y="13807"/>
                  <a:pt x="5863" y="13677"/>
                </a:cubicBezTo>
                <a:cubicBezTo>
                  <a:pt x="7065" y="13409"/>
                  <a:pt x="8258" y="12999"/>
                  <a:pt x="9483" y="12999"/>
                </a:cubicBezTo>
                <a:cubicBezTo>
                  <a:pt x="9634" y="12999"/>
                  <a:pt x="9785" y="13006"/>
                  <a:pt x="9938" y="13019"/>
                </a:cubicBezTo>
                <a:cubicBezTo>
                  <a:pt x="13120" y="13287"/>
                  <a:pt x="15375" y="16625"/>
                  <a:pt x="18557" y="16982"/>
                </a:cubicBezTo>
                <a:cubicBezTo>
                  <a:pt x="18731" y="17001"/>
                  <a:pt x="18906" y="17011"/>
                  <a:pt x="19080" y="17011"/>
                </a:cubicBezTo>
                <a:cubicBezTo>
                  <a:pt x="20924" y="17011"/>
                  <a:pt x="22724" y="15958"/>
                  <a:pt x="23816" y="14448"/>
                </a:cubicBezTo>
                <a:cubicBezTo>
                  <a:pt x="25010" y="12807"/>
                  <a:pt x="25446" y="10697"/>
                  <a:pt x="25379" y="8665"/>
                </a:cubicBezTo>
                <a:cubicBezTo>
                  <a:pt x="25323" y="7057"/>
                  <a:pt x="24965" y="5438"/>
                  <a:pt x="24084" y="4098"/>
                </a:cubicBezTo>
                <a:cubicBezTo>
                  <a:pt x="23201" y="2758"/>
                  <a:pt x="21750" y="1731"/>
                  <a:pt x="20154" y="1619"/>
                </a:cubicBezTo>
                <a:cubicBezTo>
                  <a:pt x="20039" y="1611"/>
                  <a:pt x="19924" y="1607"/>
                  <a:pt x="19810" y="1607"/>
                </a:cubicBezTo>
                <a:cubicBezTo>
                  <a:pt x="18569" y="1607"/>
                  <a:pt x="17359" y="2069"/>
                  <a:pt x="16112" y="2212"/>
                </a:cubicBezTo>
                <a:cubicBezTo>
                  <a:pt x="15827" y="2246"/>
                  <a:pt x="15538" y="2263"/>
                  <a:pt x="15248" y="2263"/>
                </a:cubicBezTo>
                <a:cubicBezTo>
                  <a:pt x="14505" y="2263"/>
                  <a:pt x="13753" y="2152"/>
                  <a:pt x="13031" y="1944"/>
                </a:cubicBezTo>
                <a:cubicBezTo>
                  <a:pt x="12528" y="1798"/>
                  <a:pt x="12036" y="1609"/>
                  <a:pt x="11557" y="1396"/>
                </a:cubicBezTo>
                <a:cubicBezTo>
                  <a:pt x="11088" y="1173"/>
                  <a:pt x="10664" y="883"/>
                  <a:pt x="10205" y="671"/>
                </a:cubicBezTo>
                <a:cubicBezTo>
                  <a:pt x="10195" y="671"/>
                  <a:pt x="10195" y="659"/>
                  <a:pt x="10183" y="659"/>
                </a:cubicBezTo>
                <a:cubicBezTo>
                  <a:pt x="9893" y="503"/>
                  <a:pt x="9580" y="358"/>
                  <a:pt x="9257" y="257"/>
                </a:cubicBezTo>
                <a:cubicBezTo>
                  <a:pt x="8691" y="90"/>
                  <a:pt x="8102" y="0"/>
                  <a:pt x="7509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E0F9FE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●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○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■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●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○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■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●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○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■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0" r:id="rId4"/>
    <p:sldLayoutId id="2147483661" r:id="rId5"/>
    <p:sldLayoutId id="2147483673" r:id="rId6"/>
    <p:sldLayoutId id="2147483674" r:id="rId7"/>
    <p:sldLayoutId id="214748367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3"/>
          <p:cNvSpPr txBox="1">
            <a:spLocks noGrp="1"/>
          </p:cNvSpPr>
          <p:nvPr>
            <p:ph type="subTitle" idx="1"/>
          </p:nvPr>
        </p:nvSpPr>
        <p:spPr>
          <a:xfrm>
            <a:off x="1406189" y="3705664"/>
            <a:ext cx="6197977" cy="23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Titanic Survival Prediction – Naïve Bayes</a:t>
            </a:r>
          </a:p>
        </p:txBody>
      </p:sp>
      <p:sp>
        <p:nvSpPr>
          <p:cNvPr id="905" name="Google Shape;905;p33"/>
          <p:cNvSpPr/>
          <p:nvPr/>
        </p:nvSpPr>
        <p:spPr>
          <a:xfrm>
            <a:off x="1252023" y="1683338"/>
            <a:ext cx="6506307" cy="846600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3"/>
          <p:cNvSpPr txBox="1">
            <a:spLocks noGrp="1"/>
          </p:cNvSpPr>
          <p:nvPr>
            <p:ph type="ctrTitle"/>
          </p:nvPr>
        </p:nvSpPr>
        <p:spPr>
          <a:xfrm>
            <a:off x="1511195" y="1755748"/>
            <a:ext cx="6121610" cy="70178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 dirty="0">
                <a:solidFill>
                  <a:srgbClr val="FFFFFF"/>
                </a:solidFill>
              </a:rPr>
              <a:t>MACHINE LEARNING</a:t>
            </a:r>
            <a:r>
              <a:rPr lang="en" dirty="0">
                <a:solidFill>
                  <a:schemeClr val="lt2"/>
                </a:solidFill>
              </a:rPr>
              <a:t> </a:t>
            </a:r>
            <a:endParaRPr sz="13100" dirty="0"/>
          </a:p>
        </p:txBody>
      </p:sp>
      <p:sp>
        <p:nvSpPr>
          <p:cNvPr id="907" name="Google Shape;907;p33"/>
          <p:cNvSpPr txBox="1">
            <a:spLocks noGrp="1"/>
          </p:cNvSpPr>
          <p:nvPr>
            <p:ph type="ctrTitle" idx="2"/>
          </p:nvPr>
        </p:nvSpPr>
        <p:spPr>
          <a:xfrm>
            <a:off x="3271023" y="2602348"/>
            <a:ext cx="2601953" cy="70702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MASTER CLASS</a:t>
            </a:r>
            <a:endParaRPr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31593-B1D5-E2BB-DF7C-AC8392B2788C}"/>
              </a:ext>
            </a:extLst>
          </p:cNvPr>
          <p:cNvSpPr txBox="1"/>
          <p:nvPr/>
        </p:nvSpPr>
        <p:spPr>
          <a:xfrm>
            <a:off x="2747595" y="766445"/>
            <a:ext cx="364880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5100" b="0" i="0" u="none" strike="noStrike" kern="0" cap="none" spc="0" normalizeH="0" baseline="0" noProof="0" dirty="0">
                <a:ln>
                  <a:noFill/>
                </a:ln>
                <a:solidFill>
                  <a:srgbClr val="00A1BC"/>
                </a:solidFill>
                <a:effectLst/>
                <a:uLnTx/>
                <a:uFillTx/>
                <a:latin typeface="Lilita One"/>
                <a:sym typeface="Lilita One"/>
              </a:rPr>
              <a:t>DAY – </a:t>
            </a:r>
            <a:r>
              <a:rPr kumimoji="0" lang="en" sz="5100" b="0" i="0" u="none" strike="noStrike" kern="0" cap="none" spc="0" normalizeH="0" baseline="0" noProof="0" dirty="0">
                <a:ln>
                  <a:noFill/>
                </a:ln>
                <a:solidFill>
                  <a:srgbClr val="D82F2B"/>
                </a:solidFill>
                <a:effectLst/>
                <a:uLnTx/>
                <a:uFillTx/>
                <a:latin typeface="Lilita One"/>
                <a:sym typeface="Lilita One"/>
              </a:rPr>
              <a:t>6</a:t>
            </a:r>
            <a:r>
              <a:rPr kumimoji="0" lang="en" sz="5100" b="0" i="0" u="none" strike="noStrike" kern="0" cap="none" spc="0" normalizeH="0" baseline="0" noProof="0" dirty="0">
                <a:ln>
                  <a:noFill/>
                </a:ln>
                <a:solidFill>
                  <a:srgbClr val="00A1BC"/>
                </a:solidFill>
                <a:effectLst/>
                <a:uLnTx/>
                <a:uFillTx/>
                <a:latin typeface="Lilita One"/>
                <a:sym typeface="Lilita One"/>
              </a:rPr>
              <a:t>/30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23EBEB-1A9F-09C7-91B8-A8A13402D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095" y="238220"/>
            <a:ext cx="1455944" cy="3359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B380EB-6B20-AF45-32D9-DBF7B3AF664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8414" cy="11484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38"/>
          <p:cNvSpPr/>
          <p:nvPr/>
        </p:nvSpPr>
        <p:spPr>
          <a:xfrm>
            <a:off x="4212710" y="1976512"/>
            <a:ext cx="4321487" cy="1936892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38"/>
          <p:cNvSpPr txBox="1">
            <a:spLocks noGrp="1"/>
          </p:cNvSpPr>
          <p:nvPr>
            <p:ph type="title"/>
          </p:nvPr>
        </p:nvSpPr>
        <p:spPr>
          <a:xfrm>
            <a:off x="4343994" y="2571750"/>
            <a:ext cx="4029600" cy="595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Titanic Survival Prediction – Naïve Bayes</a:t>
            </a:r>
          </a:p>
        </p:txBody>
      </p:sp>
      <p:sp>
        <p:nvSpPr>
          <p:cNvPr id="1253" name="Google Shape;1253;p38"/>
          <p:cNvSpPr txBox="1">
            <a:spLocks noGrp="1"/>
          </p:cNvSpPr>
          <p:nvPr>
            <p:ph type="subTitle" idx="1"/>
          </p:nvPr>
        </p:nvSpPr>
        <p:spPr>
          <a:xfrm>
            <a:off x="5876546" y="4096231"/>
            <a:ext cx="964495" cy="412411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Concept</a:t>
            </a:r>
          </a:p>
        </p:txBody>
      </p:sp>
      <p:sp>
        <p:nvSpPr>
          <p:cNvPr id="1254" name="Google Shape;1254;p38"/>
          <p:cNvSpPr txBox="1">
            <a:spLocks noGrp="1"/>
          </p:cNvSpPr>
          <p:nvPr>
            <p:ph type="title" idx="2"/>
          </p:nvPr>
        </p:nvSpPr>
        <p:spPr>
          <a:xfrm>
            <a:off x="4310890" y="708291"/>
            <a:ext cx="3750900" cy="1510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307" name="Google Shape;1307;p38"/>
          <p:cNvSpPr/>
          <p:nvPr/>
        </p:nvSpPr>
        <p:spPr>
          <a:xfrm>
            <a:off x="6712315" y="426364"/>
            <a:ext cx="1069966" cy="474368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2" name="Picture 8" descr="Remote Access Software for virtual cloud desktops">
            <a:extLst>
              <a:ext uri="{FF2B5EF4-FFF2-40B4-BE49-F238E27FC236}">
                <a16:creationId xmlns:a16="http://schemas.microsoft.com/office/drawing/2014/main" id="{0702074F-7F1E-03FE-A2F8-4789938E7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19" y="1317012"/>
            <a:ext cx="3457378" cy="185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45"/>
          <p:cNvSpPr/>
          <p:nvPr/>
        </p:nvSpPr>
        <p:spPr>
          <a:xfrm>
            <a:off x="843049" y="2031283"/>
            <a:ext cx="4101279" cy="1917121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p45"/>
          <p:cNvSpPr txBox="1">
            <a:spLocks noGrp="1"/>
          </p:cNvSpPr>
          <p:nvPr>
            <p:ph type="title"/>
          </p:nvPr>
        </p:nvSpPr>
        <p:spPr>
          <a:xfrm>
            <a:off x="923500" y="2231397"/>
            <a:ext cx="3940378" cy="1516892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Titanic Survival Prediction – Naïve Bayes</a:t>
            </a:r>
          </a:p>
        </p:txBody>
      </p:sp>
      <p:sp>
        <p:nvSpPr>
          <p:cNvPr id="1634" name="Google Shape;1634;p45"/>
          <p:cNvSpPr txBox="1">
            <a:spLocks noGrp="1"/>
          </p:cNvSpPr>
          <p:nvPr>
            <p:ph type="subTitle" idx="1"/>
          </p:nvPr>
        </p:nvSpPr>
        <p:spPr>
          <a:xfrm>
            <a:off x="1325350" y="3932857"/>
            <a:ext cx="2540100" cy="630111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P</a:t>
            </a:r>
            <a:r>
              <a:rPr lang="en-IN" dirty="0" err="1"/>
              <a:t>roject</a:t>
            </a:r>
            <a:endParaRPr lang="en-IN" dirty="0"/>
          </a:p>
        </p:txBody>
      </p:sp>
      <p:sp>
        <p:nvSpPr>
          <p:cNvPr id="1635" name="Google Shape;1635;p45"/>
          <p:cNvSpPr txBox="1">
            <a:spLocks noGrp="1"/>
          </p:cNvSpPr>
          <p:nvPr>
            <p:ph type="title" idx="2"/>
          </p:nvPr>
        </p:nvSpPr>
        <p:spPr>
          <a:xfrm>
            <a:off x="720000" y="804843"/>
            <a:ext cx="3750900" cy="1499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853" name="Google Shape;1853;p45"/>
          <p:cNvGrpSpPr/>
          <p:nvPr/>
        </p:nvGrpSpPr>
        <p:grpSpPr>
          <a:xfrm>
            <a:off x="124750" y="303051"/>
            <a:ext cx="1129299" cy="1318812"/>
            <a:chOff x="124750" y="303051"/>
            <a:chExt cx="1129299" cy="1318812"/>
          </a:xfrm>
        </p:grpSpPr>
        <p:sp>
          <p:nvSpPr>
            <p:cNvPr id="1854" name="Google Shape;1854;p45"/>
            <p:cNvSpPr/>
            <p:nvPr/>
          </p:nvSpPr>
          <p:spPr>
            <a:xfrm>
              <a:off x="124750" y="1147495"/>
              <a:ext cx="1069966" cy="474368"/>
            </a:xfrm>
            <a:custGeom>
              <a:avLst/>
              <a:gdLst/>
              <a:ahLst/>
              <a:cxnLst/>
              <a:rect l="l" t="t" r="r" b="b"/>
              <a:pathLst>
                <a:path w="5774" h="2560" extrusionOk="0">
                  <a:moveTo>
                    <a:pt x="5036" y="1"/>
                  </a:moveTo>
                  <a:cubicBezTo>
                    <a:pt x="4914" y="1"/>
                    <a:pt x="4794" y="32"/>
                    <a:pt x="4679" y="81"/>
                  </a:cubicBezTo>
                  <a:cubicBezTo>
                    <a:pt x="4367" y="215"/>
                    <a:pt x="4065" y="483"/>
                    <a:pt x="3965" y="806"/>
                  </a:cubicBezTo>
                  <a:cubicBezTo>
                    <a:pt x="3987" y="650"/>
                    <a:pt x="3875" y="494"/>
                    <a:pt x="3730" y="449"/>
                  </a:cubicBezTo>
                  <a:cubicBezTo>
                    <a:pt x="3692" y="437"/>
                    <a:pt x="3652" y="432"/>
                    <a:pt x="3612" y="432"/>
                  </a:cubicBezTo>
                  <a:cubicBezTo>
                    <a:pt x="3501" y="432"/>
                    <a:pt x="3388" y="475"/>
                    <a:pt x="3306" y="550"/>
                  </a:cubicBezTo>
                  <a:cubicBezTo>
                    <a:pt x="3183" y="650"/>
                    <a:pt x="3105" y="795"/>
                    <a:pt x="3072" y="940"/>
                  </a:cubicBezTo>
                  <a:cubicBezTo>
                    <a:pt x="2881" y="538"/>
                    <a:pt x="2558" y="181"/>
                    <a:pt x="2134" y="47"/>
                  </a:cubicBezTo>
                  <a:cubicBezTo>
                    <a:pt x="2032" y="19"/>
                    <a:pt x="1927" y="5"/>
                    <a:pt x="1822" y="5"/>
                  </a:cubicBezTo>
                  <a:cubicBezTo>
                    <a:pt x="1475" y="5"/>
                    <a:pt x="1132" y="158"/>
                    <a:pt x="961" y="449"/>
                  </a:cubicBezTo>
                  <a:cubicBezTo>
                    <a:pt x="715" y="851"/>
                    <a:pt x="827" y="1376"/>
                    <a:pt x="995" y="1811"/>
                  </a:cubicBezTo>
                  <a:cubicBezTo>
                    <a:pt x="888" y="1668"/>
                    <a:pt x="724" y="1583"/>
                    <a:pt x="554" y="1583"/>
                  </a:cubicBezTo>
                  <a:cubicBezTo>
                    <a:pt x="511" y="1583"/>
                    <a:pt x="468" y="1588"/>
                    <a:pt x="425" y="1599"/>
                  </a:cubicBezTo>
                  <a:cubicBezTo>
                    <a:pt x="224" y="1644"/>
                    <a:pt x="57" y="1823"/>
                    <a:pt x="23" y="2034"/>
                  </a:cubicBezTo>
                  <a:cubicBezTo>
                    <a:pt x="1" y="2247"/>
                    <a:pt x="79" y="2470"/>
                    <a:pt x="269" y="2560"/>
                  </a:cubicBezTo>
                  <a:lnTo>
                    <a:pt x="5639" y="2560"/>
                  </a:lnTo>
                  <a:cubicBezTo>
                    <a:pt x="5773" y="2403"/>
                    <a:pt x="5740" y="2191"/>
                    <a:pt x="5751" y="1990"/>
                  </a:cubicBezTo>
                  <a:cubicBezTo>
                    <a:pt x="5751" y="1890"/>
                    <a:pt x="5729" y="1789"/>
                    <a:pt x="5662" y="1722"/>
                  </a:cubicBezTo>
                  <a:cubicBezTo>
                    <a:pt x="5620" y="1680"/>
                    <a:pt x="5544" y="1647"/>
                    <a:pt x="5478" y="1647"/>
                  </a:cubicBezTo>
                  <a:cubicBezTo>
                    <a:pt x="5439" y="1647"/>
                    <a:pt x="5403" y="1659"/>
                    <a:pt x="5382" y="1689"/>
                  </a:cubicBezTo>
                  <a:cubicBezTo>
                    <a:pt x="5516" y="1398"/>
                    <a:pt x="5662" y="1086"/>
                    <a:pt x="5662" y="762"/>
                  </a:cubicBezTo>
                  <a:cubicBezTo>
                    <a:pt x="5662" y="449"/>
                    <a:pt x="5483" y="92"/>
                    <a:pt x="5171" y="14"/>
                  </a:cubicBezTo>
                  <a:cubicBezTo>
                    <a:pt x="5125" y="5"/>
                    <a:pt x="5080" y="1"/>
                    <a:pt x="5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5"/>
            <p:cNvSpPr/>
            <p:nvPr/>
          </p:nvSpPr>
          <p:spPr>
            <a:xfrm>
              <a:off x="719992" y="303051"/>
              <a:ext cx="534056" cy="177888"/>
            </a:xfrm>
            <a:custGeom>
              <a:avLst/>
              <a:gdLst/>
              <a:ahLst/>
              <a:cxnLst/>
              <a:rect l="l" t="t" r="r" b="b"/>
              <a:pathLst>
                <a:path w="2882" h="960" extrusionOk="0">
                  <a:moveTo>
                    <a:pt x="1337" y="1"/>
                  </a:moveTo>
                  <a:cubicBezTo>
                    <a:pt x="1143" y="1"/>
                    <a:pt x="950" y="55"/>
                    <a:pt x="805" y="178"/>
                  </a:cubicBezTo>
                  <a:cubicBezTo>
                    <a:pt x="704" y="267"/>
                    <a:pt x="637" y="390"/>
                    <a:pt x="592" y="524"/>
                  </a:cubicBezTo>
                  <a:cubicBezTo>
                    <a:pt x="559" y="502"/>
                    <a:pt x="514" y="502"/>
                    <a:pt x="470" y="490"/>
                  </a:cubicBezTo>
                  <a:cubicBezTo>
                    <a:pt x="454" y="489"/>
                    <a:pt x="438" y="488"/>
                    <a:pt x="422" y="488"/>
                  </a:cubicBezTo>
                  <a:cubicBezTo>
                    <a:pt x="304" y="488"/>
                    <a:pt x="190" y="524"/>
                    <a:pt x="101" y="613"/>
                  </a:cubicBezTo>
                  <a:cubicBezTo>
                    <a:pt x="11" y="713"/>
                    <a:pt x="1" y="847"/>
                    <a:pt x="78" y="959"/>
                  </a:cubicBezTo>
                  <a:lnTo>
                    <a:pt x="2725" y="959"/>
                  </a:lnTo>
                  <a:cubicBezTo>
                    <a:pt x="2780" y="904"/>
                    <a:pt x="2836" y="859"/>
                    <a:pt x="2859" y="792"/>
                  </a:cubicBezTo>
                  <a:cubicBezTo>
                    <a:pt x="2881" y="725"/>
                    <a:pt x="2881" y="636"/>
                    <a:pt x="2825" y="579"/>
                  </a:cubicBezTo>
                  <a:cubicBezTo>
                    <a:pt x="2792" y="546"/>
                    <a:pt x="2736" y="535"/>
                    <a:pt x="2691" y="524"/>
                  </a:cubicBezTo>
                  <a:cubicBezTo>
                    <a:pt x="2680" y="523"/>
                    <a:pt x="2669" y="523"/>
                    <a:pt x="2658" y="523"/>
                  </a:cubicBezTo>
                  <a:cubicBezTo>
                    <a:pt x="2502" y="523"/>
                    <a:pt x="2349" y="600"/>
                    <a:pt x="2256" y="725"/>
                  </a:cubicBezTo>
                  <a:cubicBezTo>
                    <a:pt x="2222" y="378"/>
                    <a:pt x="1932" y="122"/>
                    <a:pt x="1597" y="33"/>
                  </a:cubicBezTo>
                  <a:cubicBezTo>
                    <a:pt x="1513" y="12"/>
                    <a:pt x="1425" y="1"/>
                    <a:pt x="1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56" name="Google Shape;1856;p45"/>
          <p:cNvSpPr/>
          <p:nvPr/>
        </p:nvSpPr>
        <p:spPr>
          <a:xfrm>
            <a:off x="4127422" y="1066851"/>
            <a:ext cx="736456" cy="297876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Oval 230" descr="Brian Cox presents Science Matters: Machine learning and artificial  intelligence - Robohub">
            <a:extLst>
              <a:ext uri="{FF2B5EF4-FFF2-40B4-BE49-F238E27FC236}">
                <a16:creationId xmlns:a16="http://schemas.microsoft.com/office/drawing/2014/main" id="{B220AB07-7CF8-2F6A-3B81-4307CFFC1297}"/>
              </a:ext>
            </a:extLst>
          </p:cNvPr>
          <p:cNvSpPr/>
          <p:nvPr/>
        </p:nvSpPr>
        <p:spPr>
          <a:xfrm>
            <a:off x="5247652" y="1147495"/>
            <a:ext cx="3109112" cy="2872598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6000" r="-2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37"/>
          <p:cNvSpPr/>
          <p:nvPr/>
        </p:nvSpPr>
        <p:spPr>
          <a:xfrm rot="10800000" flipH="1">
            <a:off x="2656600" y="2582557"/>
            <a:ext cx="3962249" cy="528623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37"/>
          <p:cNvSpPr txBox="1">
            <a:spLocks noGrp="1"/>
          </p:cNvSpPr>
          <p:nvPr>
            <p:ph type="subTitle" idx="1"/>
          </p:nvPr>
        </p:nvSpPr>
        <p:spPr>
          <a:xfrm>
            <a:off x="1232160" y="1311624"/>
            <a:ext cx="6679680" cy="528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3200" b="1" dirty="0"/>
              <a:t>The Psychology of Money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3200" b="1" dirty="0"/>
              <a:t>-</a:t>
            </a:r>
            <a:r>
              <a:rPr lang="en-IN" sz="3200" b="1"/>
              <a:t>Morgan Housel</a:t>
            </a:r>
            <a:endParaRPr lang="en-IN" sz="3200" b="1" dirty="0"/>
          </a:p>
        </p:txBody>
      </p:sp>
      <p:sp>
        <p:nvSpPr>
          <p:cNvPr id="1201" name="Google Shape;1201;p37"/>
          <p:cNvSpPr txBox="1">
            <a:spLocks noGrp="1"/>
          </p:cNvSpPr>
          <p:nvPr>
            <p:ph type="subTitle" idx="2"/>
          </p:nvPr>
        </p:nvSpPr>
        <p:spPr>
          <a:xfrm>
            <a:off x="2945425" y="2695181"/>
            <a:ext cx="3427240" cy="297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🧠Book Suggestion💡</a:t>
            </a:r>
            <a:endParaRPr dirty="0"/>
          </a:p>
        </p:txBody>
      </p:sp>
      <p:sp>
        <p:nvSpPr>
          <p:cNvPr id="1202" name="Google Shape;1202;p37"/>
          <p:cNvSpPr/>
          <p:nvPr/>
        </p:nvSpPr>
        <p:spPr>
          <a:xfrm>
            <a:off x="4712875" y="724632"/>
            <a:ext cx="1069966" cy="474368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371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3256;p67"/>
          <p:cNvSpPr/>
          <p:nvPr/>
        </p:nvSpPr>
        <p:spPr>
          <a:xfrm>
            <a:off x="579300" y="1887975"/>
            <a:ext cx="4040460" cy="413179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7" name="Google Shape;3257;p67"/>
          <p:cNvSpPr txBox="1">
            <a:spLocks noGrp="1"/>
          </p:cNvSpPr>
          <p:nvPr>
            <p:ph type="ctrTitle"/>
          </p:nvPr>
        </p:nvSpPr>
        <p:spPr>
          <a:xfrm>
            <a:off x="715300" y="768600"/>
            <a:ext cx="3965700" cy="1126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258" name="Google Shape;3258;p67"/>
          <p:cNvSpPr txBox="1">
            <a:spLocks noGrp="1"/>
          </p:cNvSpPr>
          <p:nvPr>
            <p:ph type="subTitle" idx="1"/>
          </p:nvPr>
        </p:nvSpPr>
        <p:spPr>
          <a:xfrm>
            <a:off x="720000" y="2425575"/>
            <a:ext cx="3965700" cy="77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 you have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Course related questions?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+91 9363083283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Pantechsolutions.net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Follow Me on the LinkedIn – Link in Description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259" name="Google Shape;3259;p67"/>
          <p:cNvSpPr txBox="1">
            <a:spLocks noGrp="1"/>
          </p:cNvSpPr>
          <p:nvPr>
            <p:ph type="subTitle" idx="2"/>
          </p:nvPr>
        </p:nvSpPr>
        <p:spPr>
          <a:xfrm>
            <a:off x="720000" y="1941450"/>
            <a:ext cx="3965700" cy="35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grpSp>
        <p:nvGrpSpPr>
          <p:cNvPr id="3540" name="Google Shape;3540;p67"/>
          <p:cNvGrpSpPr/>
          <p:nvPr/>
        </p:nvGrpSpPr>
        <p:grpSpPr>
          <a:xfrm>
            <a:off x="2618394" y="4551260"/>
            <a:ext cx="369882" cy="364325"/>
            <a:chOff x="1190200" y="238125"/>
            <a:chExt cx="5306767" cy="5212083"/>
          </a:xfrm>
        </p:grpSpPr>
        <p:grpSp>
          <p:nvGrpSpPr>
            <p:cNvPr id="3541" name="Google Shape;3541;p67"/>
            <p:cNvGrpSpPr/>
            <p:nvPr/>
          </p:nvGrpSpPr>
          <p:grpSpPr>
            <a:xfrm>
              <a:off x="1190200" y="238125"/>
              <a:ext cx="5212075" cy="5212075"/>
              <a:chOff x="1190200" y="238125"/>
              <a:chExt cx="5212075" cy="5212075"/>
            </a:xfrm>
          </p:grpSpPr>
          <p:sp>
            <p:nvSpPr>
              <p:cNvPr id="3542" name="Google Shape;3542;p67"/>
              <p:cNvSpPr/>
              <p:nvPr/>
            </p:nvSpPr>
            <p:spPr>
              <a:xfrm>
                <a:off x="1190200" y="238125"/>
                <a:ext cx="5212075" cy="5212075"/>
              </a:xfrm>
              <a:custGeom>
                <a:avLst/>
                <a:gdLst/>
                <a:ahLst/>
                <a:cxnLst/>
                <a:rect l="l" t="t" r="r" b="b"/>
                <a:pathLst>
                  <a:path w="208483" h="208483" extrusionOk="0">
                    <a:moveTo>
                      <a:pt x="104241" y="0"/>
                    </a:moveTo>
                    <a:cubicBezTo>
                      <a:pt x="46667" y="0"/>
                      <a:pt x="0" y="46667"/>
                      <a:pt x="0" y="104241"/>
                    </a:cubicBezTo>
                    <a:cubicBezTo>
                      <a:pt x="0" y="161816"/>
                      <a:pt x="46667" y="208483"/>
                      <a:pt x="104241" y="208483"/>
                    </a:cubicBezTo>
                    <a:cubicBezTo>
                      <a:pt x="161816" y="208483"/>
                      <a:pt x="208482" y="161816"/>
                      <a:pt x="208482" y="104241"/>
                    </a:cubicBezTo>
                    <a:cubicBezTo>
                      <a:pt x="208482" y="46667"/>
                      <a:pt x="161816" y="0"/>
                      <a:pt x="1042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67"/>
              <p:cNvSpPr/>
              <p:nvPr/>
            </p:nvSpPr>
            <p:spPr>
              <a:xfrm>
                <a:off x="2368338" y="1220419"/>
                <a:ext cx="2856522" cy="3247339"/>
              </a:xfrm>
              <a:custGeom>
                <a:avLst/>
                <a:gdLst/>
                <a:ahLst/>
                <a:cxnLst/>
                <a:rect l="l" t="t" r="r" b="b"/>
                <a:pathLst>
                  <a:path w="130928" h="148841" extrusionOk="0">
                    <a:moveTo>
                      <a:pt x="70184" y="0"/>
                    </a:moveTo>
                    <a:cubicBezTo>
                      <a:pt x="67749" y="0"/>
                      <a:pt x="65781" y="1968"/>
                      <a:pt x="65781" y="4370"/>
                    </a:cubicBezTo>
                    <a:lnTo>
                      <a:pt x="65781" y="100105"/>
                    </a:lnTo>
                    <a:cubicBezTo>
                      <a:pt x="65781" y="106844"/>
                      <a:pt x="61744" y="112915"/>
                      <a:pt x="55507" y="115483"/>
                    </a:cubicBezTo>
                    <a:cubicBezTo>
                      <a:pt x="53445" y="116348"/>
                      <a:pt x="51279" y="116767"/>
                      <a:pt x="49132" y="116767"/>
                    </a:cubicBezTo>
                    <a:cubicBezTo>
                      <a:pt x="44819" y="116767"/>
                      <a:pt x="40578" y="115076"/>
                      <a:pt x="37394" y="111914"/>
                    </a:cubicBezTo>
                    <a:cubicBezTo>
                      <a:pt x="32624" y="107177"/>
                      <a:pt x="31156" y="100039"/>
                      <a:pt x="33691" y="93801"/>
                    </a:cubicBezTo>
                    <a:cubicBezTo>
                      <a:pt x="36260" y="87563"/>
                      <a:pt x="42297" y="83493"/>
                      <a:pt x="49035" y="83460"/>
                    </a:cubicBezTo>
                    <a:cubicBezTo>
                      <a:pt x="51437" y="83460"/>
                      <a:pt x="53405" y="81492"/>
                      <a:pt x="53405" y="79090"/>
                    </a:cubicBezTo>
                    <a:lnTo>
                      <a:pt x="53405" y="55740"/>
                    </a:lnTo>
                    <a:cubicBezTo>
                      <a:pt x="53405" y="53305"/>
                      <a:pt x="51437" y="51370"/>
                      <a:pt x="49035" y="51370"/>
                    </a:cubicBezTo>
                    <a:cubicBezTo>
                      <a:pt x="21983" y="51370"/>
                      <a:pt x="0" y="73253"/>
                      <a:pt x="0" y="100105"/>
                    </a:cubicBezTo>
                    <a:cubicBezTo>
                      <a:pt x="0" y="126991"/>
                      <a:pt x="21949" y="148840"/>
                      <a:pt x="49002" y="148840"/>
                    </a:cubicBezTo>
                    <a:cubicBezTo>
                      <a:pt x="76021" y="148840"/>
                      <a:pt x="98037" y="126991"/>
                      <a:pt x="98037" y="100105"/>
                    </a:cubicBezTo>
                    <a:lnTo>
                      <a:pt x="98037" y="57742"/>
                    </a:lnTo>
                    <a:cubicBezTo>
                      <a:pt x="106751" y="62347"/>
                      <a:pt x="116484" y="64780"/>
                      <a:pt x="126356" y="64780"/>
                    </a:cubicBezTo>
                    <a:cubicBezTo>
                      <a:pt x="126423" y="64780"/>
                      <a:pt x="126490" y="64780"/>
                      <a:pt x="126557" y="64780"/>
                    </a:cubicBezTo>
                    <a:cubicBezTo>
                      <a:pt x="128959" y="64780"/>
                      <a:pt x="130927" y="62812"/>
                      <a:pt x="130927" y="60410"/>
                    </a:cubicBezTo>
                    <a:lnTo>
                      <a:pt x="130927" y="37094"/>
                    </a:lnTo>
                    <a:cubicBezTo>
                      <a:pt x="130927" y="34658"/>
                      <a:pt x="128959" y="32724"/>
                      <a:pt x="126557" y="32724"/>
                    </a:cubicBezTo>
                    <a:cubicBezTo>
                      <a:pt x="110813" y="32724"/>
                      <a:pt x="98037" y="19981"/>
                      <a:pt x="98037" y="4370"/>
                    </a:cubicBezTo>
                    <a:cubicBezTo>
                      <a:pt x="98037" y="1968"/>
                      <a:pt x="96069" y="0"/>
                      <a:pt x="936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44" name="Google Shape;3544;p67"/>
            <p:cNvSpPr/>
            <p:nvPr/>
          </p:nvSpPr>
          <p:spPr>
            <a:xfrm>
              <a:off x="3459822" y="238126"/>
              <a:ext cx="3037144" cy="5212082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5" name="Google Shape;3545;p67"/>
          <p:cNvGrpSpPr/>
          <p:nvPr/>
        </p:nvGrpSpPr>
        <p:grpSpPr>
          <a:xfrm>
            <a:off x="1721170" y="4555294"/>
            <a:ext cx="363314" cy="356576"/>
            <a:chOff x="3763184" y="3817357"/>
            <a:chExt cx="363314" cy="356576"/>
          </a:xfrm>
        </p:grpSpPr>
        <p:sp>
          <p:nvSpPr>
            <p:cNvPr id="3546" name="Google Shape;3546;p67"/>
            <p:cNvSpPr/>
            <p:nvPr/>
          </p:nvSpPr>
          <p:spPr>
            <a:xfrm>
              <a:off x="3763184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7"/>
            <p:cNvSpPr/>
            <p:nvPr/>
          </p:nvSpPr>
          <p:spPr>
            <a:xfrm>
              <a:off x="3918324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7"/>
            <p:cNvSpPr/>
            <p:nvPr/>
          </p:nvSpPr>
          <p:spPr>
            <a:xfrm>
              <a:off x="3848330" y="3964188"/>
              <a:ext cx="39375" cy="116945"/>
            </a:xfrm>
            <a:custGeom>
              <a:avLst/>
              <a:gdLst/>
              <a:ahLst/>
              <a:cxnLst/>
              <a:rect l="l" t="t" r="r" b="b"/>
              <a:pathLst>
                <a:path w="1502" h="4461" extrusionOk="0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67"/>
            <p:cNvSpPr/>
            <p:nvPr/>
          </p:nvSpPr>
          <p:spPr>
            <a:xfrm>
              <a:off x="3832418" y="3894403"/>
              <a:ext cx="55287" cy="47475"/>
            </a:xfrm>
            <a:custGeom>
              <a:avLst/>
              <a:gdLst/>
              <a:ahLst/>
              <a:cxnLst/>
              <a:rect l="l" t="t" r="r" b="b"/>
              <a:pathLst>
                <a:path w="2109" h="1811" extrusionOk="0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67"/>
            <p:cNvSpPr/>
            <p:nvPr/>
          </p:nvSpPr>
          <p:spPr>
            <a:xfrm>
              <a:off x="3925901" y="3964161"/>
              <a:ext cx="124914" cy="117365"/>
            </a:xfrm>
            <a:custGeom>
              <a:avLst/>
              <a:gdLst/>
              <a:ahLst/>
              <a:cxnLst/>
              <a:rect l="l" t="t" r="r" b="b"/>
              <a:pathLst>
                <a:path w="4765" h="4477" extrusionOk="0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1" name="Google Shape;3551;p67"/>
          <p:cNvGrpSpPr/>
          <p:nvPr/>
        </p:nvGrpSpPr>
        <p:grpSpPr>
          <a:xfrm>
            <a:off x="2169971" y="4555294"/>
            <a:ext cx="362947" cy="356576"/>
            <a:chOff x="4211985" y="3817357"/>
            <a:chExt cx="362947" cy="356576"/>
          </a:xfrm>
        </p:grpSpPr>
        <p:sp>
          <p:nvSpPr>
            <p:cNvPr id="3552" name="Google Shape;3552;p67"/>
            <p:cNvSpPr/>
            <p:nvPr/>
          </p:nvSpPr>
          <p:spPr>
            <a:xfrm>
              <a:off x="4211985" y="3817357"/>
              <a:ext cx="356498" cy="356498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7"/>
            <p:cNvSpPr/>
            <p:nvPr/>
          </p:nvSpPr>
          <p:spPr>
            <a:xfrm>
              <a:off x="4366758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7"/>
            <p:cNvSpPr/>
            <p:nvPr/>
          </p:nvSpPr>
          <p:spPr>
            <a:xfrm>
              <a:off x="4288061" y="3909555"/>
              <a:ext cx="227756" cy="187463"/>
            </a:xfrm>
            <a:custGeom>
              <a:avLst/>
              <a:gdLst/>
              <a:ahLst/>
              <a:cxnLst/>
              <a:rect l="l" t="t" r="r" b="b"/>
              <a:pathLst>
                <a:path w="8688" h="7151" extrusionOk="0">
                  <a:moveTo>
                    <a:pt x="5678" y="0"/>
                  </a:moveTo>
                  <a:cubicBezTo>
                    <a:pt x="4639" y="0"/>
                    <a:pt x="3643" y="810"/>
                    <a:pt x="3652" y="2026"/>
                  </a:cubicBezTo>
                  <a:lnTo>
                    <a:pt x="3652" y="2070"/>
                  </a:lnTo>
                  <a:lnTo>
                    <a:pt x="3551" y="2070"/>
                  </a:lnTo>
                  <a:cubicBezTo>
                    <a:pt x="3219" y="2012"/>
                    <a:pt x="2887" y="1940"/>
                    <a:pt x="2570" y="1839"/>
                  </a:cubicBezTo>
                  <a:cubicBezTo>
                    <a:pt x="1819" y="1579"/>
                    <a:pt x="1155" y="1160"/>
                    <a:pt x="592" y="612"/>
                  </a:cubicBezTo>
                  <a:lnTo>
                    <a:pt x="390" y="410"/>
                  </a:lnTo>
                  <a:cubicBezTo>
                    <a:pt x="375" y="395"/>
                    <a:pt x="358" y="388"/>
                    <a:pt x="342" y="388"/>
                  </a:cubicBezTo>
                  <a:cubicBezTo>
                    <a:pt x="312" y="388"/>
                    <a:pt x="284" y="410"/>
                    <a:pt x="275" y="438"/>
                  </a:cubicBezTo>
                  <a:lnTo>
                    <a:pt x="202" y="727"/>
                  </a:lnTo>
                  <a:cubicBezTo>
                    <a:pt x="0" y="1492"/>
                    <a:pt x="318" y="2301"/>
                    <a:pt x="982" y="2734"/>
                  </a:cubicBezTo>
                  <a:cubicBezTo>
                    <a:pt x="852" y="2734"/>
                    <a:pt x="708" y="2719"/>
                    <a:pt x="578" y="2690"/>
                  </a:cubicBezTo>
                  <a:lnTo>
                    <a:pt x="332" y="2633"/>
                  </a:lnTo>
                  <a:cubicBezTo>
                    <a:pt x="327" y="2631"/>
                    <a:pt x="321" y="2630"/>
                    <a:pt x="315" y="2630"/>
                  </a:cubicBezTo>
                  <a:cubicBezTo>
                    <a:pt x="278" y="2630"/>
                    <a:pt x="246" y="2667"/>
                    <a:pt x="246" y="2705"/>
                  </a:cubicBezTo>
                  <a:lnTo>
                    <a:pt x="289" y="2950"/>
                  </a:lnTo>
                  <a:cubicBezTo>
                    <a:pt x="390" y="3513"/>
                    <a:pt x="751" y="3990"/>
                    <a:pt x="1256" y="4221"/>
                  </a:cubicBezTo>
                  <a:cubicBezTo>
                    <a:pt x="1314" y="4249"/>
                    <a:pt x="1299" y="4336"/>
                    <a:pt x="1242" y="4350"/>
                  </a:cubicBezTo>
                  <a:lnTo>
                    <a:pt x="967" y="4350"/>
                  </a:lnTo>
                  <a:cubicBezTo>
                    <a:pt x="910" y="4365"/>
                    <a:pt x="881" y="4408"/>
                    <a:pt x="910" y="4452"/>
                  </a:cubicBezTo>
                  <a:lnTo>
                    <a:pt x="1040" y="4697"/>
                  </a:lnTo>
                  <a:cubicBezTo>
                    <a:pt x="1314" y="5173"/>
                    <a:pt x="1790" y="5491"/>
                    <a:pt x="2324" y="5563"/>
                  </a:cubicBezTo>
                  <a:cubicBezTo>
                    <a:pt x="2382" y="5577"/>
                    <a:pt x="2397" y="5650"/>
                    <a:pt x="2353" y="5693"/>
                  </a:cubicBezTo>
                  <a:cubicBezTo>
                    <a:pt x="1891" y="6025"/>
                    <a:pt x="1357" y="6256"/>
                    <a:pt x="794" y="6357"/>
                  </a:cubicBezTo>
                  <a:lnTo>
                    <a:pt x="188" y="6458"/>
                  </a:lnTo>
                  <a:cubicBezTo>
                    <a:pt x="116" y="6472"/>
                    <a:pt x="116" y="6559"/>
                    <a:pt x="174" y="6588"/>
                  </a:cubicBezTo>
                  <a:lnTo>
                    <a:pt x="751" y="6804"/>
                  </a:lnTo>
                  <a:cubicBezTo>
                    <a:pt x="1328" y="7035"/>
                    <a:pt x="1949" y="7151"/>
                    <a:pt x="2570" y="7151"/>
                  </a:cubicBezTo>
                  <a:cubicBezTo>
                    <a:pt x="5385" y="7136"/>
                    <a:pt x="7680" y="4870"/>
                    <a:pt x="7694" y="2055"/>
                  </a:cubicBezTo>
                  <a:lnTo>
                    <a:pt x="7694" y="2026"/>
                  </a:lnTo>
                  <a:lnTo>
                    <a:pt x="7694" y="1983"/>
                  </a:lnTo>
                  <a:lnTo>
                    <a:pt x="7694" y="1969"/>
                  </a:lnTo>
                  <a:cubicBezTo>
                    <a:pt x="7896" y="1839"/>
                    <a:pt x="8070" y="1680"/>
                    <a:pt x="8243" y="1507"/>
                  </a:cubicBezTo>
                  <a:lnTo>
                    <a:pt x="8647" y="1088"/>
                  </a:lnTo>
                  <a:cubicBezTo>
                    <a:pt x="8687" y="1048"/>
                    <a:pt x="8653" y="971"/>
                    <a:pt x="8591" y="971"/>
                  </a:cubicBezTo>
                  <a:cubicBezTo>
                    <a:pt x="8586" y="971"/>
                    <a:pt x="8580" y="971"/>
                    <a:pt x="8575" y="973"/>
                  </a:cubicBezTo>
                  <a:lnTo>
                    <a:pt x="8012" y="1117"/>
                  </a:lnTo>
                  <a:lnTo>
                    <a:pt x="7824" y="1146"/>
                  </a:lnTo>
                  <a:cubicBezTo>
                    <a:pt x="7820" y="1147"/>
                    <a:pt x="7816" y="1147"/>
                    <a:pt x="7812" y="1147"/>
                  </a:cubicBezTo>
                  <a:cubicBezTo>
                    <a:pt x="7761" y="1147"/>
                    <a:pt x="7728" y="1070"/>
                    <a:pt x="7781" y="1030"/>
                  </a:cubicBezTo>
                  <a:cubicBezTo>
                    <a:pt x="7839" y="973"/>
                    <a:pt x="7896" y="915"/>
                    <a:pt x="7954" y="857"/>
                  </a:cubicBezTo>
                  <a:lnTo>
                    <a:pt x="8402" y="366"/>
                  </a:lnTo>
                  <a:cubicBezTo>
                    <a:pt x="8439" y="329"/>
                    <a:pt x="8401" y="259"/>
                    <a:pt x="8353" y="259"/>
                  </a:cubicBezTo>
                  <a:cubicBezTo>
                    <a:pt x="8346" y="259"/>
                    <a:pt x="8338" y="261"/>
                    <a:pt x="8330" y="265"/>
                  </a:cubicBezTo>
                  <a:lnTo>
                    <a:pt x="7709" y="467"/>
                  </a:lnTo>
                  <a:cubicBezTo>
                    <a:pt x="7521" y="525"/>
                    <a:pt x="7334" y="583"/>
                    <a:pt x="7131" y="612"/>
                  </a:cubicBezTo>
                  <a:cubicBezTo>
                    <a:pt x="7117" y="612"/>
                    <a:pt x="7088" y="597"/>
                    <a:pt x="7074" y="583"/>
                  </a:cubicBezTo>
                  <a:cubicBezTo>
                    <a:pt x="6667" y="180"/>
                    <a:pt x="6168" y="0"/>
                    <a:pt x="56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5" name="Google Shape;3555;p67"/>
          <p:cNvGrpSpPr/>
          <p:nvPr/>
        </p:nvGrpSpPr>
        <p:grpSpPr>
          <a:xfrm>
            <a:off x="1272737" y="4555294"/>
            <a:ext cx="362920" cy="356865"/>
            <a:chOff x="3314750" y="3817357"/>
            <a:chExt cx="362920" cy="356865"/>
          </a:xfrm>
        </p:grpSpPr>
        <p:grpSp>
          <p:nvGrpSpPr>
            <p:cNvPr id="3556" name="Google Shape;3556;p67"/>
            <p:cNvGrpSpPr/>
            <p:nvPr/>
          </p:nvGrpSpPr>
          <p:grpSpPr>
            <a:xfrm>
              <a:off x="3314750" y="3817357"/>
              <a:ext cx="362920" cy="356865"/>
              <a:chOff x="3314750" y="3817357"/>
              <a:chExt cx="362920" cy="356865"/>
            </a:xfrm>
          </p:grpSpPr>
          <p:sp>
            <p:nvSpPr>
              <p:cNvPr id="3557" name="Google Shape;3557;p67"/>
              <p:cNvSpPr/>
              <p:nvPr/>
            </p:nvSpPr>
            <p:spPr>
              <a:xfrm>
                <a:off x="3314750" y="3817357"/>
                <a:ext cx="356865" cy="356498"/>
              </a:xfrm>
              <a:custGeom>
                <a:avLst/>
                <a:gdLst/>
                <a:ahLst/>
                <a:cxnLst/>
                <a:rect l="l" t="t" r="r" b="b"/>
                <a:pathLst>
                  <a:path w="13613" h="13599" extrusionOk="0">
                    <a:moveTo>
                      <a:pt x="6814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814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67"/>
              <p:cNvSpPr/>
              <p:nvPr/>
            </p:nvSpPr>
            <p:spPr>
              <a:xfrm>
                <a:off x="3469891" y="3817357"/>
                <a:ext cx="207780" cy="356865"/>
              </a:xfrm>
              <a:custGeom>
                <a:avLst/>
                <a:gdLst/>
                <a:ahLst/>
                <a:cxnLst/>
                <a:rect l="l" t="t" r="r" b="b"/>
                <a:pathLst>
                  <a:path w="7926" h="13613" extrusionOk="0">
                    <a:moveTo>
                      <a:pt x="881" y="0"/>
                    </a:moveTo>
                    <a:cubicBezTo>
                      <a:pt x="884" y="0"/>
                      <a:pt x="886" y="0"/>
                      <a:pt x="888" y="0"/>
                    </a:cubicBezTo>
                    <a:lnTo>
                      <a:pt x="888" y="0"/>
                    </a:lnTo>
                    <a:cubicBezTo>
                      <a:pt x="891" y="0"/>
                      <a:pt x="893" y="0"/>
                      <a:pt x="896" y="0"/>
                    </a:cubicBezTo>
                    <a:close/>
                    <a:moveTo>
                      <a:pt x="888" y="0"/>
                    </a:moveTo>
                    <a:lnTo>
                      <a:pt x="888" y="0"/>
                    </a:lnTo>
                    <a:cubicBezTo>
                      <a:pt x="588" y="0"/>
                      <a:pt x="301" y="15"/>
                      <a:pt x="1" y="58"/>
                    </a:cubicBezTo>
                    <a:cubicBezTo>
                      <a:pt x="3393" y="491"/>
                      <a:pt x="5934" y="3378"/>
                      <a:pt x="5934" y="6799"/>
                    </a:cubicBezTo>
                    <a:cubicBezTo>
                      <a:pt x="5934" y="10220"/>
                      <a:pt x="3393" y="13107"/>
                      <a:pt x="1" y="13555"/>
                    </a:cubicBezTo>
                    <a:cubicBezTo>
                      <a:pt x="299" y="13594"/>
                      <a:pt x="595" y="13612"/>
                      <a:pt x="887" y="13612"/>
                    </a:cubicBezTo>
                    <a:cubicBezTo>
                      <a:pt x="4418" y="13612"/>
                      <a:pt x="7441" y="10873"/>
                      <a:pt x="7680" y="7247"/>
                    </a:cubicBezTo>
                    <a:cubicBezTo>
                      <a:pt x="7926" y="3323"/>
                      <a:pt x="4826" y="4"/>
                      <a:pt x="8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9" name="Google Shape;3559;p67"/>
            <p:cNvGrpSpPr/>
            <p:nvPr/>
          </p:nvGrpSpPr>
          <p:grpSpPr>
            <a:xfrm>
              <a:off x="3394986" y="3894612"/>
              <a:ext cx="202339" cy="202323"/>
              <a:chOff x="935197" y="1793977"/>
              <a:chExt cx="256451" cy="256430"/>
            </a:xfrm>
          </p:grpSpPr>
          <p:sp>
            <p:nvSpPr>
              <p:cNvPr id="3560" name="Google Shape;3560;p67"/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67"/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62" name="Google Shape;3562;p67"/>
          <p:cNvGrpSpPr/>
          <p:nvPr/>
        </p:nvGrpSpPr>
        <p:grpSpPr>
          <a:xfrm>
            <a:off x="824303" y="4555294"/>
            <a:ext cx="362920" cy="356865"/>
            <a:chOff x="2866317" y="3817357"/>
            <a:chExt cx="362920" cy="356865"/>
          </a:xfrm>
        </p:grpSpPr>
        <p:sp>
          <p:nvSpPr>
            <p:cNvPr id="3563" name="Google Shape;3563;p67"/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7"/>
            <p:cNvSpPr/>
            <p:nvPr/>
          </p:nvSpPr>
          <p:spPr>
            <a:xfrm>
              <a:off x="3021457" y="3817357"/>
              <a:ext cx="207780" cy="356576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67"/>
            <p:cNvSpPr/>
            <p:nvPr/>
          </p:nvSpPr>
          <p:spPr>
            <a:xfrm>
              <a:off x="2928367" y="3894561"/>
              <a:ext cx="194175" cy="27966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6" name="Google Shape;3566;p67"/>
          <p:cNvSpPr/>
          <p:nvPr/>
        </p:nvSpPr>
        <p:spPr>
          <a:xfrm>
            <a:off x="824303" y="227915"/>
            <a:ext cx="942966" cy="418067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7" name="Google Shape;3567;p67"/>
          <p:cNvSpPr/>
          <p:nvPr/>
        </p:nvSpPr>
        <p:spPr>
          <a:xfrm>
            <a:off x="6328141" y="227931"/>
            <a:ext cx="470667" cy="156775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8" name="Google Shape;3568;p67"/>
          <p:cNvSpPr/>
          <p:nvPr/>
        </p:nvSpPr>
        <p:spPr>
          <a:xfrm>
            <a:off x="7845986" y="647539"/>
            <a:ext cx="648987" cy="262511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Picture 314">
            <a:extLst>
              <a:ext uri="{FF2B5EF4-FFF2-40B4-BE49-F238E27FC236}">
                <a16:creationId xmlns:a16="http://schemas.microsoft.com/office/drawing/2014/main" id="{0176467D-13B8-E313-F4EF-353698D53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602" y="1592763"/>
            <a:ext cx="2321384" cy="19579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chool Fire Prevention Plan by Slidesgo">
  <a:themeElements>
    <a:clrScheme name="Simple Light">
      <a:dk1>
        <a:srgbClr val="490907"/>
      </a:dk1>
      <a:lt1>
        <a:srgbClr val="FFFFFF"/>
      </a:lt1>
      <a:dk2>
        <a:srgbClr val="59B4C9"/>
      </a:dk2>
      <a:lt2>
        <a:srgbClr val="00A1BC"/>
      </a:lt2>
      <a:accent1>
        <a:srgbClr val="D82F2B"/>
      </a:accent1>
      <a:accent2>
        <a:srgbClr val="BC1E1E"/>
      </a:accent2>
      <a:accent3>
        <a:srgbClr val="FFD213"/>
      </a:accent3>
      <a:accent4>
        <a:srgbClr val="FC9127"/>
      </a:accent4>
      <a:accent5>
        <a:srgbClr val="F2D6BB"/>
      </a:accent5>
      <a:accent6>
        <a:srgbClr val="D9BB99"/>
      </a:accent6>
      <a:hlink>
        <a:srgbClr val="49090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70</Words>
  <Application>Microsoft Office PowerPoint</Application>
  <PresentationFormat>On-screen Show (16:9)</PresentationFormat>
  <Paragraphs>22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Quicksand</vt:lpstr>
      <vt:lpstr>Lilita One</vt:lpstr>
      <vt:lpstr>Arial</vt:lpstr>
      <vt:lpstr>School Fire Prevention Plan by Slidesgo</vt:lpstr>
      <vt:lpstr>MACHINE LEARNING </vt:lpstr>
      <vt:lpstr>Titanic Survival Prediction – Naïve Bayes</vt:lpstr>
      <vt:lpstr>Titanic Survival Prediction – Naïve Bayes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FIRE PREVENTION </dc:title>
  <cp:lastModifiedBy>shanmathi baskaran</cp:lastModifiedBy>
  <cp:revision>41</cp:revision>
  <dcterms:modified xsi:type="dcterms:W3CDTF">2022-08-24T11:37:07Z</dcterms:modified>
</cp:coreProperties>
</file>